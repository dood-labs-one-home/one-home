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Welcome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Dood Labs • BNB Chain Builder Grant •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3BA2F"/>
                </a:solidFill>
                <a:latin typeface="Aptos"/>
              </a:rPr>
              <a:t>$50,000 BUILDER GRANT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Passport + wallet verification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Creator minting + claims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Participation + games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Physical ↔ digital ownership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BNB discovery inside One 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Web3 still makes the user assemble the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The technology works. The consumer journey remains fragmented.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Different wallets and identities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Different marketplaces and games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Different communities and chain-specific interfaces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Mainstream users should not need to understand RPCs, bridges or token standards before participating.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One identity above the chains.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One Home makes blockchain infrastructure available without making infrastructure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One login. One profile. One dashboard. One Home.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Passport → verified wallets → rooms → assets → participation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The chain remains verifiable while the experience becomes familiar.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Already built. Already transacting.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One Home is beyond idea stage and is being production-hardened for broader release.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XRPL Mainnet Founder Supply Drop: 338 XRP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Production NFT delivery flow: 3 NFTs delivered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Passport identity, verified wallets and public-profile controls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Creator minting, allowlists, inventory, claims, recovery and ownership views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Games, participation systems, QR onboarding and physical-to-digital work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Development/integration across Base, Polygon, Stellar, Ethereum, Cardano and Avalanche.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One Home is the front door.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Connected experiences are the acquisition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SHRUNK — physical + digital skate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WANDER — 3D adventure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Bowling Buddies — participation game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Duckyverse — game + collectibles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XRPL Home — creator discovery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88 Squared — commerce + community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Users can enter through a game, QR code, creator, physical product, business or event — then become residents.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Why BNB 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Not another logo in a wallet list. A native ecosystem inside One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IDENTITY — BNB-compatible wallet verification inside Passport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CREATION — BNB-native minting, claims, inventory and creator tools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PARTICIPATION — BNB-backed games, QR flows and physical products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DISCOVERY — BNB creators, assets and experiences surfaced to One Home residents.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Five-step BNB integration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Milestone-driven expansion of the existing One Home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1. BNB Identity — wallet connection + Passport verification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2. Assets + Creators — minting, claims, inventory and allowlists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3. Participation — tickets, QR flows and community activity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4. Experiences — games + physical-to-digital assets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5. Discovery — BNB creators, assets and open experiences.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Acquire people through experiences, not token incentives.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Our GTM connects real-world and digital entry points to measurable BNB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Entry points: physical products, games, QR activations, creators, local businesses, events and schools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Actions: Passport creation, BNB wallet verification, asset claims/mints, completed experiences and repeat participation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The objective is durable usage rather than one-time incentive-driven wallet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Business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Revenue can begin before a user thinks of themselves as crypto-native.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Platform allocation on supported digital-asset activity and services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Creator minting, commerce, collaborator structures and discovery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Physical-to-digital products and registered collectibles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Games, premium experiences, events and community commerce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No proprietary One Home token is required for the platform to function.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12-month BNB roadmap.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Integration → creator infrastructure → consumer experiences → public BNB Home.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0–3 months — BNB Passport, wallet verification, infrastructure and closed testing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3–6 months — creator minting, claims, inventory, ownership and participation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6–9 months — selected games, physical-to-digital BNB flows and creator onboarding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9–12 months — public discovery, documentation, onboarding and repeat-participation measurement.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Small team. Fast build-test-release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Dood Labs builds One Home and its connected consumer experiences.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Brian “Rare” Baker — Founder / product / creative direction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Hollie “Ink” — front-end / interface / product implementation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G “JPEG Prince” — backend / blockchain / XRPL engineering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Risk controls: incremental integrations, regression verification, protected baselines, rollback checkpoints and real-device acceptance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Independent BNB security review is planned before public BNB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$50,000 to make BNB a first-class One Home ecosystem.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Grant use is tied directly to production milestones.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3BA2F"/>
                </a:solidFill>
                <a:latin typeface="Aptos"/>
              </a:rPr>
              <a:t>$50K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BNB engineering + wallet/Passport integration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BNB-native asset and creator infrastructure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Security review and production testing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Participation + QR onboarding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Game and physical-to-digital integrations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Documentation + ecosystem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3BA2F"/>
                </a:solidFill>
                <a:latin typeface="Aptos"/>
              </a:rPr>
              <a:t>ONE HOME × BNB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Welcome Home, BNB.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AB2BE"/>
                </a:solidFill>
                <a:latin typeface="Aptos"/>
              </a:rPr>
              <a:t>One Home is where a resident can naturally live, create, play, collect and participate across ecosystems.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Existing product, not an idea-stage prototype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Multichain architecture already in active development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Consumer acquisition beyond crypto-native channels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A clear milestone path for BNB integration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F5F7FA"/>
                </a:solidFill>
                <a:latin typeface="Aptos"/>
              </a:rPr>
              <a:t>• Dood Labs • doodlabs.app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457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AAB2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